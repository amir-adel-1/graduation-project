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74" autoAdjust="0"/>
  </p:normalViewPr>
  <p:slideViewPr>
    <p:cSldViewPr snapToGrid="0" showGuides="1">
      <p:cViewPr varScale="1">
        <p:scale>
          <a:sx n="87" d="100"/>
          <a:sy n="87" d="100"/>
        </p:scale>
        <p:origin x="52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2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4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4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3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3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4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9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9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0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5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92038-9FB0-488B-AEF1-92A3C461B2E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39D0C-2661-4DB3-B5A3-553AEFDD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1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78783"/>
            <a:ext cx="12192000" cy="1204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102853" y="501157"/>
            <a:ext cx="826477" cy="6242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9539654" y="536325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46072" y="536325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نبذة عنا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71172" y="536325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المنتجات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43456" y="529359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نصائح صحية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907" y="1148413"/>
            <a:ext cx="2427459" cy="23302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031192" y="523472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اسأل طبيب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893" y="1372955"/>
            <a:ext cx="1331831" cy="172838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8211" y="4234518"/>
            <a:ext cx="7781192" cy="1424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107831" y="4651131"/>
            <a:ext cx="4708277" cy="59112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931791" y="4651131"/>
            <a:ext cx="1085857" cy="6682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الصورة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7089366" y="4673109"/>
            <a:ext cx="1056706" cy="64623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السرش</a:t>
            </a:r>
            <a:endParaRPr lang="en-US" dirty="0"/>
          </a:p>
        </p:txBody>
      </p:sp>
      <p:sp>
        <p:nvSpPr>
          <p:cNvPr id="21" name="Flowchart: Data 20"/>
          <p:cNvSpPr/>
          <p:nvPr/>
        </p:nvSpPr>
        <p:spPr>
          <a:xfrm>
            <a:off x="21677" y="545120"/>
            <a:ext cx="1626576" cy="536328"/>
          </a:xfrm>
          <a:prstGeom prst="flowChartInputOutpu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عربة المتشريات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02" y="1195753"/>
            <a:ext cx="2073650" cy="22332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15761" y="657866"/>
            <a:ext cx="134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❤️</a:t>
            </a:r>
            <a:r>
              <a:rPr lang="ar-EG" dirty="0" smtClean="0"/>
              <a:t>المفضلة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97" y="-27702"/>
            <a:ext cx="1767644" cy="609653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723700" y="539364"/>
            <a:ext cx="1107831" cy="5451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الاستفسار عن دواء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266622" y="1099032"/>
            <a:ext cx="248100" cy="30685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2"/>
          </p:cNvCxnSpPr>
          <p:nvPr/>
        </p:nvCxnSpPr>
        <p:spPr>
          <a:xfrm flipH="1">
            <a:off x="8915400" y="1081448"/>
            <a:ext cx="1178170" cy="56974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629" y="1266369"/>
            <a:ext cx="2228180" cy="1559071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7049505" y="2513527"/>
            <a:ext cx="1748666" cy="1416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هتتقسم لبارتشنز زي </a:t>
            </a:r>
            <a:br>
              <a:rPr lang="ar-EG" dirty="0" smtClean="0"/>
            </a:br>
            <a:r>
              <a:rPr lang="ar-EG" dirty="0" smtClean="0"/>
              <a:t>جزء ادوية</a:t>
            </a:r>
            <a:br>
              <a:rPr lang="ar-EG" dirty="0" smtClean="0"/>
            </a:br>
            <a:r>
              <a:rPr lang="ar-EG" dirty="0" smtClean="0"/>
              <a:t>جزء واي بروتين</a:t>
            </a:r>
            <a:br>
              <a:rPr lang="ar-EG" dirty="0" smtClean="0"/>
            </a:br>
            <a:r>
              <a:rPr lang="ar-EG" dirty="0" smtClean="0"/>
              <a:t>جزء شامبوهات</a:t>
            </a:r>
            <a:br>
              <a:rPr lang="ar-EG" dirty="0" smtClean="0"/>
            </a:br>
            <a:r>
              <a:rPr lang="ar-EG" dirty="0" smtClean="0"/>
              <a:t>جزء كريمات</a:t>
            </a:r>
            <a:endParaRPr lang="en-US" dirty="0"/>
          </a:p>
        </p:txBody>
      </p:sp>
      <p:cxnSp>
        <p:nvCxnSpPr>
          <p:cNvPr id="35" name="Curved Connector 34"/>
          <p:cNvCxnSpPr>
            <a:stCxn id="33" idx="3"/>
            <a:endCxn id="32" idx="3"/>
          </p:cNvCxnSpPr>
          <p:nvPr/>
        </p:nvCxnSpPr>
        <p:spPr>
          <a:xfrm flipH="1" flipV="1">
            <a:off x="8731809" y="2045905"/>
            <a:ext cx="66362" cy="1175938"/>
          </a:xfrm>
          <a:prstGeom prst="curvedConnector3">
            <a:avLst>
              <a:gd name="adj1" fmla="val -34447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Curved Connector 37"/>
          <p:cNvCxnSpPr/>
          <p:nvPr/>
        </p:nvCxnSpPr>
        <p:spPr>
          <a:xfrm flipH="1" flipV="1">
            <a:off x="7881099" y="896066"/>
            <a:ext cx="66362" cy="1175938"/>
          </a:xfrm>
          <a:prstGeom prst="curvedConnector3">
            <a:avLst>
              <a:gd name="adj1" fmla="val -34447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Curved Connector 47"/>
          <p:cNvCxnSpPr/>
          <p:nvPr/>
        </p:nvCxnSpPr>
        <p:spPr>
          <a:xfrm rot="5400000">
            <a:off x="4947977" y="1556302"/>
            <a:ext cx="1009088" cy="22321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4" idx="1"/>
          </p:cNvCxnSpPr>
          <p:nvPr/>
        </p:nvCxnSpPr>
        <p:spPr>
          <a:xfrm>
            <a:off x="4031192" y="796034"/>
            <a:ext cx="57591" cy="7542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9609992" y="4092819"/>
            <a:ext cx="2559504" cy="11166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الدواء الناقص </a:t>
            </a:r>
            <a:r>
              <a:rPr lang="ar-EG" dirty="0">
                <a:solidFill>
                  <a:schemeClr val="tx1"/>
                </a:solidFill>
              </a:rPr>
              <a:t/>
            </a:r>
            <a:br>
              <a:rPr lang="ar-EG" dirty="0">
                <a:solidFill>
                  <a:schemeClr val="tx1"/>
                </a:solidFill>
              </a:rPr>
            </a:br>
            <a:r>
              <a:rPr lang="ar-EG" dirty="0" smtClean="0">
                <a:solidFill>
                  <a:schemeClr val="tx1"/>
                </a:solidFill>
              </a:rPr>
              <a:t>عن طريق نشر بوست </a:t>
            </a:r>
            <a:br>
              <a:rPr lang="ar-EG" dirty="0" smtClean="0">
                <a:solidFill>
                  <a:schemeClr val="tx1"/>
                </a:solidFill>
              </a:rPr>
            </a:br>
            <a:r>
              <a:rPr lang="ar-EG" dirty="0" smtClean="0">
                <a:solidFill>
                  <a:schemeClr val="tx1"/>
                </a:solidFill>
              </a:rPr>
              <a:t>في حالة لو هنعمل تسجيل دخول يوزر و صيديلية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0436469" y="2045905"/>
            <a:ext cx="1389185" cy="13830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 Pages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37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46941" y="606669"/>
            <a:ext cx="11122270" cy="27168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الصورة باسم لوجو الصفحة + شوب ناوو ينقلني علي بارتشن المنتجات اللي في ناف بار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361" y="2356339"/>
            <a:ext cx="2655277" cy="8352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8215" y="4185139"/>
            <a:ext cx="1802423" cy="21980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829657" y="4185139"/>
            <a:ext cx="1802423" cy="21980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9331569" y="4152901"/>
            <a:ext cx="1802423" cy="21980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7164265" y="4152901"/>
            <a:ext cx="1802423" cy="21980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996961" y="4152901"/>
            <a:ext cx="1802423" cy="21980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897" y="4448936"/>
            <a:ext cx="4196113" cy="21601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95474" y="4343400"/>
            <a:ext cx="4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148503" y="4255450"/>
            <a:ext cx="4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315807" y="4185139"/>
            <a:ext cx="4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423763" y="4264270"/>
            <a:ext cx="4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0645652" y="4299467"/>
            <a:ext cx="4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❤️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750992" y="5876193"/>
            <a:ext cx="1209693" cy="43082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ج.م 25.00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785274" y="4721526"/>
            <a:ext cx="1610263" cy="85286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شووب ناوو ينقلني علي المنتج نفسو بتفاصيلو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82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525" y="1683880"/>
            <a:ext cx="7227276" cy="3109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0" y="1314548"/>
            <a:ext cx="108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احطياطي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190286" y="989094"/>
            <a:ext cx="25761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الاسكرول هنغير لونو </a:t>
            </a:r>
            <a:br>
              <a:rPr lang="ar-EG" dirty="0" smtClean="0"/>
            </a:br>
            <a:r>
              <a:rPr lang="ar-EG" dirty="0" smtClean="0"/>
              <a:t>التيكست </a:t>
            </a:r>
            <a:br>
              <a:rPr lang="ar-EG" dirty="0" smtClean="0"/>
            </a:br>
            <a:r>
              <a:rPr lang="ar-EG" dirty="0" smtClean="0"/>
              <a:t>تظليل </a:t>
            </a:r>
            <a:r>
              <a:rPr lang="ar-EG" dirty="0"/>
              <a:t>التيكست</a:t>
            </a:r>
            <a:br>
              <a:rPr lang="ar-EG" dirty="0"/>
            </a:br>
            <a:r>
              <a:rPr lang="ar-EG" dirty="0"/>
              <a:t>زرار التنقل لأعلي</a:t>
            </a:r>
            <a:endParaRPr lang="en-US"/>
          </a:p>
          <a:p>
            <a:endParaRPr lang="en-US" dirty="0"/>
          </a:p>
        </p:txBody>
      </p:sp>
      <p:cxnSp>
        <p:nvCxnSpPr>
          <p:cNvPr id="8" name="Curved Connector 7"/>
          <p:cNvCxnSpPr/>
          <p:nvPr/>
        </p:nvCxnSpPr>
        <p:spPr>
          <a:xfrm>
            <a:off x="10093569" y="1450759"/>
            <a:ext cx="1808285" cy="1684187"/>
          </a:xfrm>
          <a:prstGeom prst="curvedConnector3">
            <a:avLst>
              <a:gd name="adj1" fmla="val -2147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9" y="3745523"/>
            <a:ext cx="4941276" cy="291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5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31885" y="879231"/>
            <a:ext cx="11904784" cy="5715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91308" y="1318846"/>
            <a:ext cx="10313377" cy="23299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dirty="0" smtClean="0"/>
              <a:t>اسم اللوجو </a:t>
            </a:r>
            <a:endParaRPr lang="en-US" sz="2800" dirty="0"/>
          </a:p>
        </p:txBody>
      </p:sp>
      <p:sp>
        <p:nvSpPr>
          <p:cNvPr id="7" name="Rounded Rectangle 6"/>
          <p:cNvSpPr/>
          <p:nvPr/>
        </p:nvSpPr>
        <p:spPr>
          <a:xfrm>
            <a:off x="9082453" y="4396154"/>
            <a:ext cx="2576147" cy="9759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سوشيال ميديا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9082452" y="5503985"/>
            <a:ext cx="2576147" cy="9759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الموقع</a:t>
            </a:r>
            <a:endParaRPr lang="en-US" sz="2400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861646" y="4396154"/>
            <a:ext cx="6655776" cy="134522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الجيميل والبريفسي و التيم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322" y="5319346"/>
            <a:ext cx="5277693" cy="1345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06915" y="202168"/>
            <a:ext cx="117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جزئية الفوتر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0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961685" y="422031"/>
            <a:ext cx="1617783" cy="791307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ملف شخصي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4108" y="1213339"/>
            <a:ext cx="11403623" cy="53984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996353" y="1433146"/>
            <a:ext cx="5583115" cy="489731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الاسم : ---</a:t>
            </a:r>
            <a:br>
              <a:rPr lang="ar-EG" dirty="0" smtClean="0"/>
            </a:br>
            <a:r>
              <a:rPr lang="ar-EG" dirty="0" smtClean="0"/>
              <a:t>الجنس : ---</a:t>
            </a:r>
            <a:br>
              <a:rPr lang="ar-EG" dirty="0" smtClean="0"/>
            </a:br>
            <a:r>
              <a:rPr lang="ar-EG" dirty="0" smtClean="0"/>
              <a:t>الدولة : ---</a:t>
            </a:r>
            <a:br>
              <a:rPr lang="ar-EG" dirty="0" smtClean="0"/>
            </a:br>
            <a:r>
              <a:rPr lang="ar-EG" dirty="0" smtClean="0"/>
              <a:t> الايميل : ---</a:t>
            </a:r>
            <a:br>
              <a:rPr lang="ar-EG" dirty="0" smtClean="0"/>
            </a:br>
            <a:r>
              <a:rPr lang="ar-EG" dirty="0" smtClean="0"/>
              <a:t>الهاتف : ---</a:t>
            </a:r>
            <a:br>
              <a:rPr lang="ar-EG" dirty="0" smtClean="0"/>
            </a:br>
            <a:r>
              <a:rPr lang="ar-EG" dirty="0" smtClean="0"/>
              <a:t>تاريخ الميلاد : ---</a:t>
            </a:r>
            <a:br>
              <a:rPr lang="ar-EG" dirty="0" smtClean="0"/>
            </a:br>
            <a:r>
              <a:rPr lang="ar-EG" dirty="0" smtClean="0"/>
              <a:t>الطول : ---</a:t>
            </a:r>
            <a:br>
              <a:rPr lang="ar-EG" dirty="0" smtClean="0"/>
            </a:br>
            <a:r>
              <a:rPr lang="ar-EG" dirty="0" smtClean="0"/>
              <a:t>الوزن : ---</a:t>
            </a:r>
            <a:br>
              <a:rPr lang="ar-EG" dirty="0" smtClean="0"/>
            </a:br>
            <a:r>
              <a:rPr lang="ar-EG" dirty="0" smtClean="0"/>
              <a:t>السن : ---</a:t>
            </a:r>
            <a:br>
              <a:rPr lang="ar-EG" dirty="0" smtClean="0"/>
            </a:br>
            <a:r>
              <a:rPr lang="ar-EG" dirty="0" smtClean="0"/>
              <a:t>الامراض المزمنة : ---</a:t>
            </a:r>
            <a:br>
              <a:rPr lang="ar-EG" dirty="0" smtClean="0"/>
            </a:br>
            <a:r>
              <a:rPr lang="ar-EG" dirty="0" smtClean="0"/>
              <a:t>فصيلة الدم : ---</a:t>
            </a:r>
            <a:br>
              <a:rPr lang="ar-EG" dirty="0" smtClean="0"/>
            </a:br>
            <a:r>
              <a:rPr lang="ar-EG" dirty="0" smtClean="0"/>
              <a:t>الحساسية من أدوية أو مواد معينة (مثلاً: بنسلين، أسبرين...)</a:t>
            </a:r>
            <a:br>
              <a:rPr lang="ar-EG" dirty="0" smtClean="0"/>
            </a:br>
            <a:r>
              <a:rPr lang="ar-EG" dirty="0" smtClean="0"/>
              <a:t>التاريخ الطبي العائلي (مثلاً: أمراض وراثية زي السكر أو الضغط)</a:t>
            </a:r>
            <a:br>
              <a:rPr lang="ar-EG" dirty="0" smtClean="0"/>
            </a:br>
            <a:r>
              <a:rPr lang="ar-EG" dirty="0" smtClean="0"/>
              <a:t>الحالة الصحية العامة (مدخن / غير مدخن، رياضي / غير رياضي)</a:t>
            </a:r>
            <a:br>
              <a:rPr lang="ar-EG" dirty="0" smtClean="0"/>
            </a:br>
            <a:r>
              <a:rPr lang="ar-EG" dirty="0" smtClean="0"/>
              <a:t>العمليات الجراحية السابقة</a:t>
            </a:r>
            <a:br>
              <a:rPr lang="ar-EG" dirty="0" smtClean="0"/>
            </a:br>
            <a:r>
              <a:rPr lang="ar-EG" b="1" dirty="0" smtClean="0"/>
              <a:t>العنوان</a:t>
            </a:r>
            <a:r>
              <a:rPr lang="ar-EG" dirty="0" smtClean="0"/>
              <a:t> (ممكن يبقى مهم لو في حالة طوارئ أو توصيل أدوية)</a:t>
            </a:r>
            <a:br>
              <a:rPr lang="ar-EG" dirty="0" smtClean="0"/>
            </a:b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53915" y="1433146"/>
            <a:ext cx="5222631" cy="489731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EG" b="1" dirty="0"/>
              <a:t>حاجات اختيارية:</a:t>
            </a:r>
          </a:p>
          <a:p>
            <a:r>
              <a:rPr lang="ar-EG" dirty="0"/>
              <a:t>صورة شخصية للمريض </a:t>
            </a:r>
            <a:endParaRPr lang="en-US" dirty="0"/>
          </a:p>
          <a:p>
            <a:r>
              <a:rPr lang="ar-EG" dirty="0"/>
              <a:t>بطاقة تأمين صحي (لو موجود).</a:t>
            </a:r>
          </a:p>
          <a:p>
            <a:r>
              <a:rPr lang="ar-EG" dirty="0"/>
              <a:t>مستوى النشاط البدني / نمط الحياة.</a:t>
            </a:r>
          </a:p>
          <a:p>
            <a:r>
              <a:rPr lang="ar-EG" dirty="0"/>
              <a:t>عادات غذائية (مثلاً: نباتي، بيأكل كل حاجة)</a:t>
            </a:r>
          </a:p>
        </p:txBody>
      </p:sp>
      <p:sp>
        <p:nvSpPr>
          <p:cNvPr id="13" name="Oval 12"/>
          <p:cNvSpPr/>
          <p:nvPr/>
        </p:nvSpPr>
        <p:spPr>
          <a:xfrm>
            <a:off x="8258908" y="422030"/>
            <a:ext cx="1617783" cy="791307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الاعدادات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09" y="149468"/>
            <a:ext cx="5161084" cy="285237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035919" y="2576146"/>
            <a:ext cx="2110154" cy="7070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الرقم القومي هيسرش بالداتا كلها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94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0485" y="747346"/>
            <a:ext cx="11175023" cy="59260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خانة : حفظ الروشتات </a:t>
            </a:r>
            <a:br>
              <a:rPr lang="ar-EG" sz="2400" dirty="0" smtClean="0"/>
            </a:br>
            <a:r>
              <a:rPr lang="ar-EG" sz="2400" dirty="0" smtClean="0"/>
              <a:t>خانة لرفع ملفات زي تحاليل والاشاعات بي ان جي</a:t>
            </a:r>
            <a:br>
              <a:rPr lang="ar-EG" sz="2400" dirty="0" smtClean="0"/>
            </a:br>
            <a:r>
              <a:rPr lang="ar-EG" sz="2400" dirty="0" smtClean="0"/>
              <a:t>خانة الادوية اللي باخدها بانتظام  + ممكن اضيف تاريخ اللي بدئت اخد في دوا دا</a:t>
            </a:r>
            <a:br>
              <a:rPr lang="ar-EG" sz="2400" dirty="0" smtClean="0"/>
            </a:br>
            <a:r>
              <a:rPr lang="ar-EG" sz="2400" dirty="0" smtClean="0"/>
              <a:t> 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38" y="882361"/>
            <a:ext cx="2423370" cy="21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6861" y="298938"/>
            <a:ext cx="11271739" cy="6260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31" y="545123"/>
            <a:ext cx="4395817" cy="48222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39" y="545123"/>
            <a:ext cx="5908094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6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285</Words>
  <Application>Microsoft Office PowerPoint</Application>
  <PresentationFormat>Widescreen</PresentationFormat>
  <Paragraphs>38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 adel</dc:creator>
  <cp:lastModifiedBy>amir adel</cp:lastModifiedBy>
  <cp:revision>26</cp:revision>
  <dcterms:created xsi:type="dcterms:W3CDTF">2025-08-22T23:05:20Z</dcterms:created>
  <dcterms:modified xsi:type="dcterms:W3CDTF">2025-10-12T14:07:01Z</dcterms:modified>
</cp:coreProperties>
</file>