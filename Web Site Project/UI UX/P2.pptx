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87" d="100"/>
          <a:sy n="87" d="100"/>
        </p:scale>
        <p:origin x="528" y="5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FCF32-C54D-4450-86B6-50F00BAFA65E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D1463-577A-4E9A-A2F9-E1419D7EEB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9361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FCF32-C54D-4450-86B6-50F00BAFA65E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D1463-577A-4E9A-A2F9-E1419D7EEB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177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FCF32-C54D-4450-86B6-50F00BAFA65E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D1463-577A-4E9A-A2F9-E1419D7EEB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1683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FCF32-C54D-4450-86B6-50F00BAFA65E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D1463-577A-4E9A-A2F9-E1419D7EEB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0981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FCF32-C54D-4450-86B6-50F00BAFA65E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D1463-577A-4E9A-A2F9-E1419D7EEB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1674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FCF32-C54D-4450-86B6-50F00BAFA65E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D1463-577A-4E9A-A2F9-E1419D7EEB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8780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FCF32-C54D-4450-86B6-50F00BAFA65E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D1463-577A-4E9A-A2F9-E1419D7EEB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1660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FCF32-C54D-4450-86B6-50F00BAFA65E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D1463-577A-4E9A-A2F9-E1419D7EEB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04251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FCF32-C54D-4450-86B6-50F00BAFA65E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D1463-577A-4E9A-A2F9-E1419D7EEB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374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FCF32-C54D-4450-86B6-50F00BAFA65E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D1463-577A-4E9A-A2F9-E1419D7EEB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7443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FCF32-C54D-4450-86B6-50F00BAFA65E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D1463-577A-4E9A-A2F9-E1419D7EEB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88949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8FCF32-C54D-4450-86B6-50F00BAFA65E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ED1463-577A-4E9A-A2F9-E1419D7EEB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332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130419" y="290145"/>
            <a:ext cx="11931161" cy="11957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10818644" y="502976"/>
            <a:ext cx="972573" cy="624254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Logo</a:t>
            </a:r>
            <a:endParaRPr lang="en-US" dirty="0"/>
          </a:p>
        </p:txBody>
      </p:sp>
      <p:sp>
        <p:nvSpPr>
          <p:cNvPr id="13" name="Rounded Rectangle 12"/>
          <p:cNvSpPr/>
          <p:nvPr/>
        </p:nvSpPr>
        <p:spPr>
          <a:xfrm>
            <a:off x="9440450" y="538139"/>
            <a:ext cx="1107831" cy="54512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ar-EG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الرئيسية</a:t>
            </a:r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046868" y="538139"/>
            <a:ext cx="1107831" cy="54512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ar-EG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نبذة عنا</a:t>
            </a:r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671968" y="538139"/>
            <a:ext cx="1107831" cy="54512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ar-EG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المنتجات</a:t>
            </a:r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5344252" y="531173"/>
            <a:ext cx="1107831" cy="54512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ar-EG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نصائح صحية</a:t>
            </a:r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3950670" y="522375"/>
            <a:ext cx="1107831" cy="54512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ar-EG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اسأل طبيب</a:t>
            </a:r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2622954" y="531173"/>
            <a:ext cx="1107831" cy="54512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ar-EG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البحث</a:t>
            </a:r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218" y="498907"/>
            <a:ext cx="1893169" cy="609653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1800770" y="1536166"/>
            <a:ext cx="699279" cy="527512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4-Point Star 23"/>
          <p:cNvSpPr/>
          <p:nvPr/>
        </p:nvSpPr>
        <p:spPr>
          <a:xfrm>
            <a:off x="1946134" y="1565074"/>
            <a:ext cx="414632" cy="417611"/>
          </a:xfrm>
          <a:prstGeom prst="star4">
            <a:avLst>
              <a:gd name="adj" fmla="val 18816"/>
            </a:avLst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130419" y="2092586"/>
            <a:ext cx="2369630" cy="334985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321218" y="2308000"/>
            <a:ext cx="1925248" cy="597877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EG" dirty="0" smtClean="0"/>
              <a:t>ملف الشخصي</a:t>
            </a:r>
            <a:endParaRPr lang="en-US" dirty="0"/>
          </a:p>
        </p:txBody>
      </p:sp>
      <p:sp>
        <p:nvSpPr>
          <p:cNvPr id="30" name="Rounded Rectangle 29"/>
          <p:cNvSpPr/>
          <p:nvPr/>
        </p:nvSpPr>
        <p:spPr>
          <a:xfrm>
            <a:off x="321218" y="3024572"/>
            <a:ext cx="1925248" cy="597877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EG" dirty="0" smtClean="0"/>
              <a:t>الروشتات</a:t>
            </a:r>
            <a:endParaRPr lang="en-US" dirty="0"/>
          </a:p>
        </p:txBody>
      </p:sp>
      <p:sp>
        <p:nvSpPr>
          <p:cNvPr id="31" name="Rounded Rectangle 30"/>
          <p:cNvSpPr/>
          <p:nvPr/>
        </p:nvSpPr>
        <p:spPr>
          <a:xfrm>
            <a:off x="321218" y="3732350"/>
            <a:ext cx="1925248" cy="597877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EG" dirty="0" smtClean="0"/>
              <a:t>الاشاعات والتحاليل</a:t>
            </a:r>
            <a:endParaRPr lang="en-US" dirty="0"/>
          </a:p>
        </p:txBody>
      </p:sp>
      <p:sp>
        <p:nvSpPr>
          <p:cNvPr id="35" name="Rounded Rectangle 34"/>
          <p:cNvSpPr/>
          <p:nvPr/>
        </p:nvSpPr>
        <p:spPr>
          <a:xfrm>
            <a:off x="321218" y="4457713"/>
            <a:ext cx="1925248" cy="597877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EG" dirty="0" smtClean="0"/>
              <a:t>أدويتي</a:t>
            </a:r>
            <a:endParaRPr lang="en-US" dirty="0"/>
          </a:p>
        </p:txBody>
      </p:sp>
      <p:sp>
        <p:nvSpPr>
          <p:cNvPr id="36" name="Rectangle 35"/>
          <p:cNvSpPr/>
          <p:nvPr/>
        </p:nvSpPr>
        <p:spPr>
          <a:xfrm>
            <a:off x="2602455" y="1687373"/>
            <a:ext cx="2660239" cy="1832900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ounded Rectangle 36"/>
          <p:cNvSpPr/>
          <p:nvPr/>
        </p:nvSpPr>
        <p:spPr>
          <a:xfrm>
            <a:off x="2690445" y="1942370"/>
            <a:ext cx="2381853" cy="597877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Aadadad@gmail.com</a:t>
            </a:r>
            <a:endParaRPr lang="en-US" dirty="0"/>
          </a:p>
        </p:txBody>
      </p:sp>
      <p:sp>
        <p:nvSpPr>
          <p:cNvPr id="38" name="Rounded Rectangle 37"/>
          <p:cNvSpPr/>
          <p:nvPr/>
        </p:nvSpPr>
        <p:spPr>
          <a:xfrm>
            <a:off x="2690445" y="2644341"/>
            <a:ext cx="2381853" cy="597877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Log Out</a:t>
            </a:r>
            <a:endParaRPr lang="en-US" dirty="0"/>
          </a:p>
        </p:txBody>
      </p:sp>
      <p:sp>
        <p:nvSpPr>
          <p:cNvPr id="39" name="Oval 38"/>
          <p:cNvSpPr/>
          <p:nvPr/>
        </p:nvSpPr>
        <p:spPr>
          <a:xfrm>
            <a:off x="108140" y="593498"/>
            <a:ext cx="395654" cy="37807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4-Point Star 39"/>
          <p:cNvSpPr/>
          <p:nvPr/>
        </p:nvSpPr>
        <p:spPr>
          <a:xfrm>
            <a:off x="175743" y="652409"/>
            <a:ext cx="278173" cy="260253"/>
          </a:xfrm>
          <a:prstGeom prst="star4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Straight Arrow Connector 41"/>
          <p:cNvCxnSpPr/>
          <p:nvPr/>
        </p:nvCxnSpPr>
        <p:spPr>
          <a:xfrm>
            <a:off x="2150409" y="1067498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>
            <a:endCxn id="22" idx="2"/>
          </p:cNvCxnSpPr>
          <p:nvPr/>
        </p:nvCxnSpPr>
        <p:spPr>
          <a:xfrm>
            <a:off x="293989" y="908524"/>
            <a:ext cx="1506781" cy="89139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326099" y="5144122"/>
            <a:ext cx="1978270" cy="1025350"/>
          </a:xfrm>
          <a:prstGeom prst="round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EG" dirty="0" smtClean="0"/>
              <a:t>ترس الاعدادات </a:t>
            </a:r>
            <a:br>
              <a:rPr lang="ar-EG" dirty="0" smtClean="0"/>
            </a:br>
            <a:r>
              <a:rPr lang="ar-EG" dirty="0" smtClean="0"/>
              <a:t>يظهر لما المستخدم يسجل دخول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07875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</TotalTime>
  <Words>27</Words>
  <Application>Microsoft Office PowerPoint</Application>
  <PresentationFormat>Widescreen</PresentationFormat>
  <Paragraphs>14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amir adel</dc:creator>
  <cp:lastModifiedBy>amir adel</cp:lastModifiedBy>
  <cp:revision>7</cp:revision>
  <dcterms:created xsi:type="dcterms:W3CDTF">2025-08-25T20:06:31Z</dcterms:created>
  <dcterms:modified xsi:type="dcterms:W3CDTF">2025-11-03T20:26:14Z</dcterms:modified>
</cp:coreProperties>
</file>