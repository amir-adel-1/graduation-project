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2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3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7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9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67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7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6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2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4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9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FCF32-C54D-4450-86B6-50F00BAFA6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D1463-577A-4E9A-A2F9-E1419D7EE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3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30419" y="290145"/>
            <a:ext cx="11931161" cy="1195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818644" y="502976"/>
            <a:ext cx="972573" cy="6242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9440450" y="538139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الرئيسية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868" y="538139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نبذة عنا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71968" y="538139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المنتجات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344252" y="531173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نصائح صحية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950670" y="522375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اسأل </a:t>
            </a:r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طبيب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22954" y="531173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البحث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18" y="498907"/>
            <a:ext cx="1893169" cy="609653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1800770" y="1536166"/>
            <a:ext cx="699279" cy="52751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4-Point Star 23"/>
          <p:cNvSpPr/>
          <p:nvPr/>
        </p:nvSpPr>
        <p:spPr>
          <a:xfrm>
            <a:off x="1946134" y="1565074"/>
            <a:ext cx="414632" cy="417611"/>
          </a:xfrm>
          <a:prstGeom prst="star4">
            <a:avLst>
              <a:gd name="adj" fmla="val 18816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30419" y="2092586"/>
            <a:ext cx="2369630" cy="3349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321218" y="2308000"/>
            <a:ext cx="1925248" cy="59787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ملف الشخصي</a:t>
            </a:r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321218" y="3024572"/>
            <a:ext cx="1925248" cy="59787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الروشتات</a:t>
            </a:r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321218" y="3732350"/>
            <a:ext cx="1925248" cy="59787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الاشاعات والتحاليل</a:t>
            </a:r>
            <a:endParaRPr lang="en-US" dirty="0"/>
          </a:p>
        </p:txBody>
      </p:sp>
      <p:sp>
        <p:nvSpPr>
          <p:cNvPr id="35" name="Rounded Rectangle 34"/>
          <p:cNvSpPr/>
          <p:nvPr/>
        </p:nvSpPr>
        <p:spPr>
          <a:xfrm>
            <a:off x="321218" y="4457713"/>
            <a:ext cx="1925248" cy="59787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أدويتي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2602455" y="1687373"/>
            <a:ext cx="2660239" cy="18329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2690445" y="1942370"/>
            <a:ext cx="2381853" cy="59787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Aadadad@gmail.com</a:t>
            </a:r>
            <a:endParaRPr lang="en-US" dirty="0"/>
          </a:p>
        </p:txBody>
      </p:sp>
      <p:sp>
        <p:nvSpPr>
          <p:cNvPr id="38" name="Rounded Rectangle 37"/>
          <p:cNvSpPr/>
          <p:nvPr/>
        </p:nvSpPr>
        <p:spPr>
          <a:xfrm>
            <a:off x="2690445" y="2644341"/>
            <a:ext cx="2381853" cy="59787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Log Out</a:t>
            </a:r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108140" y="593498"/>
            <a:ext cx="395654" cy="37807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4-Point Star 39"/>
          <p:cNvSpPr/>
          <p:nvPr/>
        </p:nvSpPr>
        <p:spPr>
          <a:xfrm>
            <a:off x="175743" y="652409"/>
            <a:ext cx="278173" cy="260253"/>
          </a:xfrm>
          <a:prstGeom prst="star4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150409" y="106749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22" idx="2"/>
          </p:cNvCxnSpPr>
          <p:nvPr/>
        </p:nvCxnSpPr>
        <p:spPr>
          <a:xfrm>
            <a:off x="293989" y="908524"/>
            <a:ext cx="1506781" cy="8913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26099" y="5144122"/>
            <a:ext cx="1978270" cy="102535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ترس الاعدادات </a:t>
            </a:r>
            <a:br>
              <a:rPr lang="ar-EG" dirty="0" smtClean="0"/>
            </a:br>
            <a:r>
              <a:rPr lang="ar-EG" dirty="0" smtClean="0"/>
              <a:t>يظهر لما المستخدم يسجل دخول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78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0419" y="228599"/>
            <a:ext cx="11931161" cy="1195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818644" y="441430"/>
            <a:ext cx="972573" cy="6242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9440450" y="476593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الرئيسية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46868" y="476593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نبذة عنا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71968" y="476593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المنتجات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44252" y="469627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نصائح صحية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950670" y="460829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اسأل </a:t>
            </a:r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طبيب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22954" y="469627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البحث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18" y="437361"/>
            <a:ext cx="1893169" cy="60965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108140" y="531952"/>
            <a:ext cx="395654" cy="37807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4-Point Star 13"/>
          <p:cNvSpPr/>
          <p:nvPr/>
        </p:nvSpPr>
        <p:spPr>
          <a:xfrm>
            <a:off x="175743" y="590863"/>
            <a:ext cx="278173" cy="260253"/>
          </a:xfrm>
          <a:prstGeom prst="star4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361000" y="1633115"/>
            <a:ext cx="11469998" cy="13914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الصورة باسم لوجو الصفحة + شوب ناوو ينقلني علي بارتشن المنتجات اللي في ناف بار</a:t>
            </a:r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729755" y="3650353"/>
            <a:ext cx="1878629" cy="1307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2891197" y="3650353"/>
            <a:ext cx="1878629" cy="1307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9393109" y="3618115"/>
            <a:ext cx="1878629" cy="1307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7225805" y="3618115"/>
            <a:ext cx="1878629" cy="1307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5058501" y="3618115"/>
            <a:ext cx="1878629" cy="1307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957014" y="3808614"/>
            <a:ext cx="50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4210043" y="3720664"/>
            <a:ext cx="50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6377347" y="3650353"/>
            <a:ext cx="50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8485303" y="3729484"/>
            <a:ext cx="50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0707192" y="3764681"/>
            <a:ext cx="50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9748180" y="3087673"/>
            <a:ext cx="1732085" cy="501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عروض اليوم :</a:t>
            </a:r>
            <a:endParaRPr lang="en-US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878" y="5036606"/>
            <a:ext cx="8273561" cy="165792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0093160" y="5156796"/>
            <a:ext cx="1732085" cy="501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تقييمات 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197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62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 adel</dc:creator>
  <cp:lastModifiedBy>amir adel</cp:lastModifiedBy>
  <cp:revision>6</cp:revision>
  <dcterms:created xsi:type="dcterms:W3CDTF">2025-08-25T20:06:31Z</dcterms:created>
  <dcterms:modified xsi:type="dcterms:W3CDTF">2025-08-25T22:14:42Z</dcterms:modified>
</cp:coreProperties>
</file>